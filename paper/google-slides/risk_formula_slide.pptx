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isk_formula_slide_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